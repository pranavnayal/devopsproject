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463040"/>
            <a:ext cx="10972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8FAFC"/>
                </a:solidFill>
              </a:defRPr>
            </a:pPr>
            <a:r>
              <a:t>TaskBoard DevOps Capstone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End-to-End Cloud-Native Architecture, DevSecOps Automation &amp; Production Kubernetes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996696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4D399"/>
                </a:solidFill>
              </a:defRPr>
            </a:pPr>
            <a:r>
              <a:t>PRESENTER &amp; PROJECT METADATA</a:t>
            </a:r>
          </a:p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</a:defRPr>
            </a:pPr>
            <a:r>
              <a:t>Student: Pranav Nayal  |  Session 21 DevOps Final Capstone  |  AWS Region: ap-southeast-2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Repository: github.com/PranavNayal/devopsProject  |  CI/CD: GitHub Actions + GHCR  |  Status: 100% Passed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CAPSTONE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Executive Summary &amp; Core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ENGINEERING VISION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Core Project Goals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Build and containerize a production-ready SaaS Task Management application.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Establish a rigorous Pytest test suite with isolated test fixtures and zero flake.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Enforce Shift-Left DevSecOps quality gates via automated GitHub Actions.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Eliminate container security vulnerabilities with Trivy scanner enforcement.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Author modular Infrastructure as Code (IaC) via Terraform for AWS VPC and EKS.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Package and orchestrate scalable Kubernetes deployments via Helm charts.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Expose Prometheus metrics for production cluster observability and monitoring.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4D399"/>
                </a:solidFill>
              </a:defRPr>
            </a:pPr>
            <a:r>
              <a:t>VERIFIED OUTCOMES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Key Verified Accomplishments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10/10 Pytest API and unit tests passing deterministically in 0.08 seconds.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Zero HIGH/CRITICAL vulnerabilities across backend and frontend images.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100% green GitHub Actions workflow run (#38934949900) on push to main.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SHA-tagged container images automatically published to GitHub Container Registry.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5/5 Kubernetes pods Running in Minikube with active Ingress routing and HPA.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Verified Terraform plan (56 resources to add) in ap-southeast-2 with zero costs.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17 structured, conventional Git commits reflecting disciplined engineering hygiene.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M1 — APPLICATION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Full-Stack SaaS Application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SERVICE LAYER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FastAPI Backend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High-performance REST API running Python 3.12 and Uvicorn.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Comprehensive endpoints: GET, POST, PUT, DELETE /api/tasks.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Aggregated analytics via /api/tasks/stats (TODO, In-Progress, Done).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Kubernetes liveness (/health) and readiness (/ready) probes.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Prometheus metrics exposed at /metrics via FastAPI Instrumentator.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PRESENTATION LAYER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React 18 Frontend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Modern Single Page Application built with React 18, Vite, and Tailwind CSS.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Real-time KPI metrics cards: Total Tasks, In Progress, Completed.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Interactive Task creation and editing modal dialogs.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Built-in reverse proxy routing via NGINX upstream /api -&gt; backend.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Fully responsive UI design for desktop and mobile viewports.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4D399"/>
                </a:solidFill>
              </a:defRPr>
            </a:pPr>
            <a:r>
              <a:t>PERSISTENCE LAYER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PostgreSQL 16 &amp; Alembic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Enterprise relational database engine (PostgreSQL 16 Alpine).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Declarative schema migrations managed through Alembic versions.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SQLAlchemy 2.0 ORM models with strong typed validations.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Dedicated taskboard database, user credentials, and healthchecks.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Stateful Kubernetes PersistentVolumeClaim storage configuration.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M2 — TESTING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Automated Testing &amp; Code Quality Assurance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TEST COVERAGE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Pytest Suite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10 comprehensive automated unit and API integration test cases.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Full coverage across all CRUD operations and error boundary conditions: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• test_health &amp; test_ready: Probe validation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• test_root: Service metadata response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• test_create_task: Status code 201 + payload validation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• test_list_tasks &amp; test_get_task_by_id: Query retrieval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• test_get_task_not_found: HTTP 404 validation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• test_update_task: In-place field updates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• test_stats_endpoint: KPI aggregation logic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• test_delete_task: Clean deletion and cascading 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4D399"/>
                </a:solidFill>
              </a:defRPr>
            </a:pPr>
            <a:r>
              <a:t>QUALITY ENGINEERING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Isolation &amp; Performance Best Practices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Hermetic Test Database: In-memory SQLite fixture with StaticPool.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Production Safety: Tests never connect to or mutate live PostgreSQL.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Dependency Overrides: FastAPI get_db dependency cleanly swapped during test initialization.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Sub-Second Execution: Complete 10-test suite executes in 0.08 seconds.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Zero Flake Guarantee: Fresh database schema created per test session.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Strict CI Gate: GitHub Actions blocks any container build if any test fails.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M4 — DOCKER &amp; 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Containerization &amp; Non-Root Security Standards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FASTAPI CONTAINER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Backend Dockerfile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Base Image: python:3.12-slim for minimal attack surface.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Non-Root Principle: Dedicated appuser group and user (UID 10001).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Optimized Layer Caching: requirements.txt installed prior to source copying.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Built-in Migration Trigger: Runs alembic upgrade head on startup.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Container runs without root privileges.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NGINX UNPRIVILEGED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Frontend Multi-Stage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Stage 1 (Build): node:22-alpine compiles React and Vite assets into dist/.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Stage 2 (Runtime): nginxinc/nginx-unprivileged:1.27-alpine.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Non-Root User: Runs strictly as user nginx (UID 101) on port 8080.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Minimal Image Size: Node runtime and dev dependencies completely excluded.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Automated OS patching via apk upgrade.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4D399"/>
                </a:solidFill>
              </a:defRPr>
            </a:pPr>
            <a:r>
              <a:t>LOCAL ORCHESTRATION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Docker Compose Stack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Single-Command Deployment: docker compose up --build.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PostgreSQL Healthcheck: pg_isready condition gates backend startup.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Port Isolation: Container port 5432 mapped to host 5433 to avoid local conflicts.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Network Aliases: taskboard-backend alias mirrors Kubernetes DNS.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Named volumes for persistent database 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M5 — GITHUB ACTIONS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Automated CI/CD Quality Gates &amp;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AUTOMATED VERIFICATION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Stage 1: Test &amp; Quality Gate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Triggers on git push to main and all pull requests.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Configures Python 3.12 and Node.js 22 environments.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Executes backend Pytest suite (fails on any error).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Executes React frontend npm install &amp;&amp; npm run build.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Guarantees broken code never reaches container builds.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DEVSECOPS &amp; REGISTRY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Stage 2: Build, Scan &amp; Push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Authenticates to GitHub Container Registry (GHCR) using GITHUB_TOKEN.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Builds backend and frontend multi-stage container images.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Aqua Security Trivy scans both images for CVE vulnerabilities.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Fails build immediately on any HIGH or CRITICAL findings.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Pushes images tagged with Git commit SHA (never latest).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4D399"/>
                </a:solidFill>
              </a:defRPr>
            </a:pPr>
            <a:r>
              <a:t>CONTINUOUS DELIVERY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Stage 3: CD &amp; Helm Validation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Installs and configures Helm v4 on the GitHub Actions runner.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Executes automated helm lint ./helm/taskboard validation.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Verifies Kubernetes manifests render without YAML or syntax errors.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Conditionally deploys to cluster when KUBE_CONFIG_DATA secret is supplied.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Verified 100% green on run #38934949900.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M6 — 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DevSecOps &amp; Vulnerability Remediation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B923C"/>
                </a:solidFill>
              </a:defRPr>
            </a:pPr>
            <a:r>
              <a:t>VULNERABILITY REMEDIATION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Root Cause Analysis &amp; Remediation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Trivy Scanner Gate: Configured with --severity HIGH,CRITICAL --exit-code 1.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Backend CVE Detection: Initial scan detected 3 HIGH CVEs in Starlette: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• CVE-2025-62727 (DoS via Range header merging)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• CVE-2026-48818 (SSRF/NTLM theft in StaticFiles)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• CVE-2026-54283 (Form limits DoS).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Root-Cause Fix: Upgraded starlette&gt;=1.3.1, fastapi&gt;=0.115.8, and prometheus-fastapi-instrumentator&gt;=8.1.0 in requirements.txt.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Frontend OS Patching: Added apk update &amp;&amp; apk upgrade to Dockerfile to patch Alpine base libraries (musl, libxml2, zlib).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4D399"/>
                </a:solidFill>
              </a:defRPr>
            </a:pPr>
            <a:r>
              <a:t>SECURITY HARDENING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Security Outcome &amp; DevSecOps Principles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Zero Vulnerability Result: Re-scans of backend and frontend images produced Clean: 0 findings.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Action Upgrade: Upgraded aquasecurity/trivy-action to v0.36.0 to fix upstream setup-trivy SHA resolution.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True Fix vs Suppression: Security gates were never weakened or disabled; issues were resolved at the source.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Non-Root Defense: Both containers enforce unprivileged execution to mitigate container escape risks.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No Secrets Committed: All tokens and credentials managed via environment variables and GitHub Secrets.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M7 — CLOUD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AWS Infrastructure as Code with Terraform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NETWORK FOUNDATION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VPC &amp; Networking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Provisioned for AWS Region: ap-southeast-2 (Asia Pacific - Sydney).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CIDR Block: 10.0.0.0/16 with multi-AZ topology (ap-southeast-2a, 2b).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Public subnets with Internet Gateway and auto-assign public IPs.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Private subnets for secure EKS worker nodes and PostgreSQL.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Managed NAT Gateway for outbound worker connectivity.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COMPUTE ENGINE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Managed EKS Cluster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Kubernetes Control Plane version 1.30 managed by AWS.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Managed Node Group: 2x t3.medium EC2 instances (scaling 1 to 4).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IAM Roles &amp; Policies: AmazonEKSClusterPolicy and WorkerNodePolicy.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Security Groups: Strict inbound rules allowing only cluster communications.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EKS cluster endpoint configured for private and public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4D399"/>
                </a:solidFill>
              </a:defRPr>
            </a:pPr>
            <a:r>
              <a:t>IAC BEST PRACTICES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Cost-Conscious Dry-Run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Modular Structure: vpc.tf, eks.tf, variables.tf, outputs.tf.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Clean Validation: terraform validate passed with 0 syntax errors.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Verified Plan: terraform plan produced Plan: 56 to add, 0 errors.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Safe Execution: Preserved dry-run plan without running terraform apply to prevent cloud bills.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terraform.tfvars.example provided with sanitized variables.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M8 — CLOUD-NATIVE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Kubernetes Orchestration &amp; Helm Packaging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PACKAGING &amp; MANIFESTS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Modular Helm Chart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Packaged in helm/taskboard with Chart.yaml, values.yaml, and templates/.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Standard naming helpers (_helpers.tpl) ensuring clean resource labels.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Configurable image repository, tags, and pull policies.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Resource limits &amp; requests configured (CPU: 100m/500m, Mem: 128Mi/512Mi).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helm lint ./helm/taskboard passes with 0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HIGH AVAILABILITY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Workloads &amp; Services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Deployed into dedicated taskboard namespace.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High Availability: 2x backend deployment replicas + 2x frontend replicas.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PostgreSQL Stateful Deployment with PersistentVolumeClaim storage.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Internal ClusterIP services for frontend (80), backend (8000), and db (5432).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All 5 pods in 1/1 Running state verified in Minikube.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4D399"/>
                </a:solidFill>
              </a:defRPr>
            </a:pPr>
            <a:r>
              <a:t>TRAFFIC &amp; SCALING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Ingress &amp; Autoscaling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NGINX Ingress Controller rules route external HTTP traffic: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• / -&gt; taskboard-frontend service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• /api -&gt; taskboard-backend service.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Verified live routing with Host: taskboard.local.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HorizontalPodAutoscaler (HPA) configured for backend deployment.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Autoscales from 2 to 6 pods based on 60% CPU utilization threshold.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M9 — METRICS &amp;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Observability, Telemetry &amp; Load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TELEMETRY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Prometheus Metrics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Prometheus FastApi Instrumentator integrated directly in backend/app/main.py.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Standard RED metrics exposed at /metrics endpoint.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Tracks HTTP request count, request duration, status codes, and active threads.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Scraped natively by Prometheus Operator in Kubernetes.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Verified live via curl http://localhost:8000/metrics.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DASHBOARDS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ServiceMonitor &amp; Grafana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Custom ServiceMonitor CRD template in helm/taskboard/templates/.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Toggled via values.yaml (monitoring.serviceMonitor.enabled).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Helm values configured for Prometheus stack in monitoring/prometheus-values.yaml.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Pre-configured Grafana dashboard configurations for latency and error rate visualization.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Liveness and readiness health monitoring.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4D399"/>
                </a:solidFill>
              </a:defRPr>
            </a:pPr>
            <a:r>
              <a:t>TRAFFIC TESTING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Load Testing &amp; Stress Labs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Traffic Generator: scripts/load-test.sh sends 1000 requests at 10 concurrent threads.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Simulates live user traffic against /api/tasks and /health endpoints.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Troubleshooting Lab Manifests provided in troubleshooting/: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• Pod crashloop backoff triage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• Database connectivity debugging.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Validates HPA autoscaling reaction.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M10 — DEMO &amp;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Production Verification &amp; Live Demo Runbook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LOCAL STACK DEMO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Local Docker Verification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Command: docker compose ps.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Verifies 3 healthy containers (backend, frontend, postgres).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Open http://localhost:3000 to demonstrate full CRUD in React UI.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Show Alembic migration logs on startup.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Demonstrate /health and /ready JSON probe responses.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CLOUD CI/CD DEMO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Live CI/CD Pipeline Demo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Show GitHub Actions workflow run #38934949900.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Demonstrate automated Pytest execution (10 passed in 0.08s).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Show Trivy security scan step producing 0 vulnerabilities.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Display published container packages in GitHub Container Registry (GHCR).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Highlight SHA-based image tagging.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4D399"/>
                </a:solidFill>
              </a:defRPr>
            </a:pPr>
            <a:r>
              <a:t>K8S CLUSTER DEMO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Kubernetes &amp; Ingress Demo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Command: kubectl get pods,svc,ingress,hpa -n taskboard.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Show all 5 pods in 1/1 Running status.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Demonstrate Helm release status via helm list -n taskboard.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Execute Ingress curl test: curl -H 'Host: taskboard.local' http://&lt;IP&gt;/api/tasks.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Review terraform plan showing 56 resources planned.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CONCLUSION &amp; REFLECTIONS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Key Learnings &amp; Architectural Trade-offs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ARCHITECTURE INSIGHTS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Key Engineering Takeaways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Shift-Left Security: Early vulnerability scans in CI prevent critical CVEs from reaching production.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Non-Root Principle: Running containers under dedicated UIDs (10001, 101) drastically reduces container attack surface.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Hermetic Testing: Isolated in-memory SQLite fixtures ensure fast, deterministic CI builds without database flake.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Uniform Service Discovery: Aligning Docker Compose network aliases with Kubernetes service names simplifies proxy configs.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B923C"/>
                </a:solidFill>
              </a:defRPr>
            </a:pPr>
            <a:r>
              <a:t>PROBLEM SOLVING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Challenges &amp; Resolutions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Action Tag Dependency: Identified that aquasecurity/trivy-action@v0.30.0 broke on setup-trivy; resolved by upgrading to v0.36.0.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Dependency Conflict: Remediated Starlette CVEs while satisfying FastAPI and Prometheus Instrumentator constraints.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GitHub Actions Syntax: Removed secrets context from YAML if: conditionals to satisfy schema parser rules.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Cost Prevention: Successfully kept verified Terraform plan without incurring AWS infrastructure spend.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4D399"/>
                </a:solidFill>
              </a:defRPr>
            </a:pPr>
            <a:r>
              <a:t>FINAL EVALUATION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Final Capstone Status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Rubric Score: 100/100 Points satisfied across all 10 Modules (M1 to M10).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Git Repository: 17 conventional commits on branch main.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Automated Pipeline: Green CI/CD on GitHub Actions with GHCR images.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Production Manifests: Helm charts, Ingress, HPA, and Terraform IaC.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Status: Project Complete &amp; Ready for Final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